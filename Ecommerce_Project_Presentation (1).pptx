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Cloud-Based E-Commerce with Image Upload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Need secure online shopping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React, Node.js, MySQL, 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User, Seller, Admin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Users, Products, Orders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EC2, S3, 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JWT, bcrypt, HTTPS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Recommendations, Mobile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